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D667-2AFD-F195-4530-DF69F4BB1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DBA54-EF88-C046-798C-23E3FC7D5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06C9C-56D2-1835-CC9C-1444E54B4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DDF2A-E5D8-158E-90DB-1194752C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CC61F-F410-1B1C-8693-6DB12E5CF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53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964E-F198-20E5-2A07-BE21B940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649B-145B-DCB8-5990-D1A94E3D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D961D-F48B-8F22-1BC2-51B76EBE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AADD7-ACE4-767F-8852-778D485A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46DEE-B056-07C6-AED6-0D519190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68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B850-DD01-F4F9-E919-A4D4AF19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B998B-3563-C7C6-A35A-8789D2C4F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BA011-429F-2781-C725-A13D1E2D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B856F-5D6C-0054-97E8-2BD8999C5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28DAD-53B5-121D-15EA-7744AE41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735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EB20-6FD6-9013-E202-3AC7F6B8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4B4DD-DC06-6EFE-B970-43D9B763F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54E98-61F2-6E7D-D99A-5FE47B0BD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2DC0F-4942-1FDD-7B14-156DD1CB1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B2081-9825-5B75-E742-6BFDE8888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5FD52-FB55-A3F7-68A6-3224E22D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81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2FA9-612D-3CB6-FEBD-8D1E1644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5961F-8697-428C-5EC1-B1E659809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EF78F-17DB-EAC8-9C14-AC29A2E1F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E4CCEC-F1DA-D533-8C19-A78C5DAFB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C95A1-5E49-296F-94D1-28F7AF87F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64074C-A20B-719A-A2A5-B17E6D85C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B3CC0A-1CA4-5B34-7A23-CCBC3B994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DA4E4-6A08-1A3E-9041-D27AF79E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41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121B4-FDBD-6A03-C09D-C21820A5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FF364-3919-BAC7-F5ED-C00E2739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EE29A-DE79-18BC-6497-8A1A75BA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815A4-E89A-86EF-2190-8E3C7C673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594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94CA3-5ECE-1C1A-236F-6B599C4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C8732C-6E54-D0B3-92BB-19B791262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E6FA5-7406-6761-D01B-14E6FAA6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410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06F7-BD1B-1535-7DB6-34BD3CF42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80AC6-EB6C-A7B5-ADCC-5A85734CB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4F039-724E-5E62-2FB4-E66036EFC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3402F-562E-046C-1E2B-E5C32800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1D7EC-3AE0-B7F2-9F68-B5148A27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FF48D-F426-6CC9-3A0F-BFC03A13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7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029E-DDBC-3E90-5007-F570A74C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5EA05-050A-C784-1434-08CCA832D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ED5A8-87CF-E7D5-A075-F74DE57B7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75A61-A376-5D0A-2CD5-34463FAF1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DFEE3-333D-651C-F7B5-0E6867A19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E2CDE-FED9-DFF4-FCB3-02B8F9719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84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38E7-5397-9A1E-4959-2936D251F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AF311-7634-4BF2-0159-3EFFF5CE5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3677C-2366-E0AD-058B-85E5B2111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E3356-64F9-61BC-8169-93E33BF8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43EE1-8125-B793-1FE1-2BAE4151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25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A5391-5D35-8529-EC74-E109E1E55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EE815-9C7A-BDB5-5086-8963E2806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C4046-6EB2-2732-B55B-65EF9349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CA00D-9EB7-1861-20A8-486F3C660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657A-59C0-ACAC-B92A-1C15E748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65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45375-681C-32BF-B763-80421671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0B278-A75B-D021-766E-8A43C5904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27F14-EEAB-77B2-A1BA-CEDDD0847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8752C-8A1F-4610-8F06-AD955989AF8A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12C10-4F3C-3F3E-113C-7B40B2D41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45D6B-93C4-354D-7F98-F7BA1A1F5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B22F3-0109-45C9-BC9B-D3BB53F78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513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D53D-C263-AA5C-C3B1-2F8E2B450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0C659-439D-4DEE-1FF4-33E4DA2256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3C568-A87A-EF39-15CE-59B3FC77F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69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krishna teja yandra</dc:creator>
  <cp:lastModifiedBy>surya krishna teja yandra</cp:lastModifiedBy>
  <cp:revision>1</cp:revision>
  <dcterms:created xsi:type="dcterms:W3CDTF">2026-07-20T04:29:40Z</dcterms:created>
  <dcterms:modified xsi:type="dcterms:W3CDTF">2026-07-20T04:29:41Z</dcterms:modified>
</cp:coreProperties>
</file>